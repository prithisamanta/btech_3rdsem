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987" autoAdjust="0"/>
    <p:restoredTop sz="94660"/>
  </p:normalViewPr>
  <p:slideViewPr>
    <p:cSldViewPr snapToGrid="0">
      <p:cViewPr varScale="1">
        <p:scale>
          <a:sx n="107" d="100"/>
          <a:sy n="107" d="100"/>
        </p:scale>
        <p:origin x="696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036259-00F7-EB36-B0DC-A67D5F6E066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3F70037-97F6-A10B-1C7B-D19A51C568E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0BB84A5-172E-8514-01E8-545AB010C6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621ABD-E523-4726-BA0A-53D085911E46}" type="datetimeFigureOut">
              <a:rPr lang="en-IN" smtClean="0"/>
              <a:t>07-09-2026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80FE5EA-5D5B-963C-7714-A7DEA63690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0C8F583-0BEA-5F89-16E8-DBBFE9E651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ABAA9B-9E1F-49B3-B373-E76EE057295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101757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3A8753-BC44-7456-A064-3AA515A4ED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F7EA3FC-5B86-8805-817D-C244C82771F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CAE5DFF-2BD8-123E-991A-A68852E8B1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621ABD-E523-4726-BA0A-53D085911E46}" type="datetimeFigureOut">
              <a:rPr lang="en-IN" smtClean="0"/>
              <a:t>07-09-2026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059567D-096B-A904-6B40-41FAC97B81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32EE20E-BC9E-3331-2751-3A1206666B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ABAA9B-9E1F-49B3-B373-E76EE057295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3213398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3ED31B-C962-3A0C-7F3E-AFFF54F84C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47EC796-3E2E-D039-D7AD-40938B13640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68606A3-156D-5EF1-19AA-6E9958F2A0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621ABD-E523-4726-BA0A-53D085911E46}" type="datetimeFigureOut">
              <a:rPr lang="en-IN" smtClean="0"/>
              <a:t>07-09-2026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2CE87F1-00C0-E25B-A76E-51A0EA9456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33DACA8-64F2-FA74-EC8D-66ADF03415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ABAA9B-9E1F-49B3-B373-E76EE057295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934577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593BE7-5B9E-8D9A-A068-5D59BEB137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8F7D9CF-D9A1-8670-8A5B-FAD9B04CE54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79F8200-4767-2645-8F1A-69C74D7DE3D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BA0024B-8A7B-B11F-CE4A-FF8E9732DB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621ABD-E523-4726-BA0A-53D085911E46}" type="datetimeFigureOut">
              <a:rPr lang="en-IN" smtClean="0"/>
              <a:t>07-09-2026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33542E6-9E3A-57AC-5F1B-41E66FACED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1F3F68C-76D4-B13B-DDB2-0A87C19D25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ABAA9B-9E1F-49B3-B373-E76EE057295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6273099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FD8AB4-5C9B-6C56-ACA4-82CC6AC7DD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89FF474-C419-533B-6F4C-BF659CE0820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203B7D9-12E3-2738-63F3-500C94F22EC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4826BEA-AB53-1E87-0CD5-46B5E982FDE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E213CDA-F36C-5730-E937-066401FEBD5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6AD6AD59-0046-1DE4-9647-1E773439F1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621ABD-E523-4726-BA0A-53D085911E46}" type="datetimeFigureOut">
              <a:rPr lang="en-IN" smtClean="0"/>
              <a:t>07-09-2026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B1238CEF-5502-EABF-FDB9-8B07F16991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4105BF5-FC3A-B7D9-C66B-FC54DBEFEC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ABAA9B-9E1F-49B3-B373-E76EE057295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5787813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551B02-C770-FC01-E0B5-BE7B6E4366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D4AF28E-086E-CE1E-E88D-846AC05047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621ABD-E523-4726-BA0A-53D085911E46}" type="datetimeFigureOut">
              <a:rPr lang="en-IN" smtClean="0"/>
              <a:t>07-09-2026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D1B974C-6D2B-81A6-FB25-677DE1B96E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3DFF28A-0390-E1E9-1BEF-9C484588DA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ABAA9B-9E1F-49B3-B373-E76EE057295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5077933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F79121C-4F33-246E-44A1-8097264DD0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621ABD-E523-4726-BA0A-53D085911E46}" type="datetimeFigureOut">
              <a:rPr lang="en-IN" smtClean="0"/>
              <a:t>07-09-2026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FB755DE-AA35-E1D4-9D05-A51DB1EFD5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14983EC-B9BD-CB0A-7400-6937254909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ABAA9B-9E1F-49B3-B373-E76EE057295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5063623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D5B9C9-DAF1-66CD-14CC-37A870EAC63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1EB0F29-2D16-C0D4-87DC-A0A9EF5BA8F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1D82EAE-A4A5-4169-1A5A-A06935AE450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A29C72B-FE68-B61A-E895-07349488EE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621ABD-E523-4726-BA0A-53D085911E46}" type="datetimeFigureOut">
              <a:rPr lang="en-IN" smtClean="0"/>
              <a:t>07-09-2026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CAFB85A-AEF8-3010-86EC-621D43976F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EB1715A-D896-2FAC-9864-9526A72B2A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ABAA9B-9E1F-49B3-B373-E76EE057295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2896012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00EF61-CEF7-51D7-A0D0-32F7D427DD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24D5D4C-3E3A-4935-ABC9-A94904E0BA1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BEE10A8-2F25-28A8-884D-992BD230A3B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140F962-CA78-0C0F-579C-6DF78FC3D0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621ABD-E523-4726-BA0A-53D085911E46}" type="datetimeFigureOut">
              <a:rPr lang="en-IN" smtClean="0"/>
              <a:t>07-09-2026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EE11460-369B-59C6-2D97-79A98D7957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BD4E316-FE65-26C3-4D7E-5C485CB15D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ABAA9B-9E1F-49B3-B373-E76EE057295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0683231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7D5D0D-CE4F-C438-A725-0958833759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F8F0254-5938-D760-94D4-F4957A7809F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87F8014-C0DD-3748-BB34-A3F5358C2C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621ABD-E523-4726-BA0A-53D085911E46}" type="datetimeFigureOut">
              <a:rPr lang="en-IN" smtClean="0"/>
              <a:t>07-09-2026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41A01A9-645C-1367-A36B-814978DEE1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CF363F1-CCC2-566C-E8CA-CA06F53C49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ABAA9B-9E1F-49B3-B373-E76EE057295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879613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AA7CE0EE-E38D-A036-6842-2CD40B22411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F421AF5-118A-05C4-729E-F59B7DEFC48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061BD09-5826-111D-49BE-5AF4C61A34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621ABD-E523-4726-BA0A-53D085911E46}" type="datetimeFigureOut">
              <a:rPr lang="en-IN" smtClean="0"/>
              <a:t>07-09-2026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D360A7A-415D-44EC-B902-C63D0B1855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70B59A4-00E8-32BB-9680-D0F01FAD71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ABAA9B-9E1F-49B3-B373-E76EE057295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4597789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B3E4347-7263-305C-9291-6435F01460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FC34885-BDDE-113A-171F-1EF9C2D3199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A6E6C3D-E079-07CA-A70B-A32A0022749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B621ABD-E523-4726-BA0A-53D085911E46}" type="datetimeFigureOut">
              <a:rPr lang="en-IN" smtClean="0"/>
              <a:t>07-09-2026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6D8D637-B444-1FA2-FFF5-C4D985BBDCE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EEABD07-A146-AE86-B863-E1D68DAACDC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4ABAA9B-9E1F-49B3-B373-E76EE057295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67270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A12416-E337-B2DE-0B6C-D4C4CF9C20B1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Data Privacy and Security</a:t>
            </a:r>
            <a:endParaRPr lang="en-IN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94ED99E-0706-21CB-DC82-B9E0A9D37D72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43481277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E074BE-A421-A38A-5F38-D6D3882397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is Data Privacy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64878AC-A6A9-7D61-17D6-0C439D356BC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19068943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37</TotalTime>
  <Words>8</Words>
  <Application>Microsoft Office PowerPoint</Application>
  <PresentationFormat>Widescreen</PresentationFormat>
  <Paragraphs>2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6" baseType="lpstr">
      <vt:lpstr>Arial</vt:lpstr>
      <vt:lpstr>Calibri</vt:lpstr>
      <vt:lpstr>Calibri Light</vt:lpstr>
      <vt:lpstr>Office Theme</vt:lpstr>
      <vt:lpstr>Data Privacy and Security</vt:lpstr>
      <vt:lpstr>What is Data Privacy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student</dc:creator>
  <cp:lastModifiedBy>student</cp:lastModifiedBy>
  <cp:revision>3</cp:revision>
  <dcterms:created xsi:type="dcterms:W3CDTF">2026-09-07T06:53:12Z</dcterms:created>
  <dcterms:modified xsi:type="dcterms:W3CDTF">2026-09-07T07:52:56Z</dcterms:modified>
</cp:coreProperties>
</file>
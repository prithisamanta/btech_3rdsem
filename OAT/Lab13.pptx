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Student</a:t>
            </a:r>
            <a:r>
              <a:rPr lang="en-US" baseline="0" dirty="0"/>
              <a:t> subject wise marks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English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Aarav</c:v>
                </c:pt>
                <c:pt idx="1">
                  <c:v>Diya</c:v>
                </c:pt>
                <c:pt idx="2">
                  <c:v>Rohan</c:v>
                </c:pt>
                <c:pt idx="3">
                  <c:v>Ananya</c:v>
                </c:pt>
                <c:pt idx="4">
                  <c:v>Vivaan</c:v>
                </c:pt>
                <c:pt idx="5">
                  <c:v>Isha</c:v>
                </c:pt>
                <c:pt idx="6">
                  <c:v>Arjun</c:v>
                </c:pt>
                <c:pt idx="7">
                  <c:v>Meera</c:v>
                </c:pt>
                <c:pt idx="8">
                  <c:v>Kabir</c:v>
                </c:pt>
                <c:pt idx="9">
                  <c:v>Sara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</c:v>
                </c:pt>
                <c:pt idx="1">
                  <c:v>92</c:v>
                </c:pt>
                <c:pt idx="2">
                  <c:v>65</c:v>
                </c:pt>
                <c:pt idx="3">
                  <c:v>85</c:v>
                </c:pt>
                <c:pt idx="4">
                  <c:v>73</c:v>
                </c:pt>
                <c:pt idx="5">
                  <c:v>89</c:v>
                </c:pt>
                <c:pt idx="6">
                  <c:v>70</c:v>
                </c:pt>
                <c:pt idx="7">
                  <c:v>94</c:v>
                </c:pt>
                <c:pt idx="8">
                  <c:v>81</c:v>
                </c:pt>
                <c:pt idx="9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E6-4CED-8CA4-5C6798BDD7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Maths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Aarav</c:v>
                </c:pt>
                <c:pt idx="1">
                  <c:v>Diya</c:v>
                </c:pt>
                <c:pt idx="2">
                  <c:v>Rohan</c:v>
                </c:pt>
                <c:pt idx="3">
                  <c:v>Ananya</c:v>
                </c:pt>
                <c:pt idx="4">
                  <c:v>Vivaan</c:v>
                </c:pt>
                <c:pt idx="5">
                  <c:v>Isha</c:v>
                </c:pt>
                <c:pt idx="6">
                  <c:v>Arjun</c:v>
                </c:pt>
                <c:pt idx="7">
                  <c:v>Meera</c:v>
                </c:pt>
                <c:pt idx="8">
                  <c:v>Kabir</c:v>
                </c:pt>
                <c:pt idx="9">
                  <c:v>Sara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85</c:v>
                </c:pt>
                <c:pt idx="1">
                  <c:v>88</c:v>
                </c:pt>
                <c:pt idx="2">
                  <c:v>72</c:v>
                </c:pt>
                <c:pt idx="3">
                  <c:v>91</c:v>
                </c:pt>
                <c:pt idx="4">
                  <c:v>69</c:v>
                </c:pt>
                <c:pt idx="5">
                  <c:v>95</c:v>
                </c:pt>
                <c:pt idx="6">
                  <c:v>78</c:v>
                </c:pt>
                <c:pt idx="7">
                  <c:v>90</c:v>
                </c:pt>
                <c:pt idx="8">
                  <c:v>75</c:v>
                </c:pt>
                <c:pt idx="9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E6-4CED-8CA4-5C6798BDD75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Science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Aarav</c:v>
                </c:pt>
                <c:pt idx="1">
                  <c:v>Diya</c:v>
                </c:pt>
                <c:pt idx="2">
                  <c:v>Rohan</c:v>
                </c:pt>
                <c:pt idx="3">
                  <c:v>Ananya</c:v>
                </c:pt>
                <c:pt idx="4">
                  <c:v>Vivaan</c:v>
                </c:pt>
                <c:pt idx="5">
                  <c:v>Isha</c:v>
                </c:pt>
                <c:pt idx="6">
                  <c:v>Arjun</c:v>
                </c:pt>
                <c:pt idx="7">
                  <c:v>Meera</c:v>
                </c:pt>
                <c:pt idx="8">
                  <c:v>Kabir</c:v>
                </c:pt>
                <c:pt idx="9">
                  <c:v>Sara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82</c:v>
                </c:pt>
                <c:pt idx="1">
                  <c:v>95</c:v>
                </c:pt>
                <c:pt idx="2">
                  <c:v>68</c:v>
                </c:pt>
                <c:pt idx="3">
                  <c:v>88</c:v>
                </c:pt>
                <c:pt idx="4">
                  <c:v>76</c:v>
                </c:pt>
                <c:pt idx="5">
                  <c:v>91</c:v>
                </c:pt>
                <c:pt idx="6">
                  <c:v>74</c:v>
                </c:pt>
                <c:pt idx="7">
                  <c:v>89</c:v>
                </c:pt>
                <c:pt idx="8">
                  <c:v>79</c:v>
                </c:pt>
                <c:pt idx="9">
                  <c:v>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5E6-4CED-8CA4-5C6798BDD75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Social Science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Aarav</c:v>
                </c:pt>
                <c:pt idx="1">
                  <c:v>Diya</c:v>
                </c:pt>
                <c:pt idx="2">
                  <c:v>Rohan</c:v>
                </c:pt>
                <c:pt idx="3">
                  <c:v>Ananya</c:v>
                </c:pt>
                <c:pt idx="4">
                  <c:v>Vivaan</c:v>
                </c:pt>
                <c:pt idx="5">
                  <c:v>Isha</c:v>
                </c:pt>
                <c:pt idx="6">
                  <c:v>Arjun</c:v>
                </c:pt>
                <c:pt idx="7">
                  <c:v>Meera</c:v>
                </c:pt>
                <c:pt idx="8">
                  <c:v>Kabir</c:v>
                </c:pt>
                <c:pt idx="9">
                  <c:v>Sara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74</c:v>
                </c:pt>
                <c:pt idx="1">
                  <c:v>89</c:v>
                </c:pt>
                <c:pt idx="2">
                  <c:v>70</c:v>
                </c:pt>
                <c:pt idx="3">
                  <c:v>84</c:v>
                </c:pt>
                <c:pt idx="4">
                  <c:v>71</c:v>
                </c:pt>
                <c:pt idx="5">
                  <c:v>93</c:v>
                </c:pt>
                <c:pt idx="6">
                  <c:v>68</c:v>
                </c:pt>
                <c:pt idx="7">
                  <c:v>92</c:v>
                </c:pt>
                <c:pt idx="8">
                  <c:v>77</c:v>
                </c:pt>
                <c:pt idx="9">
                  <c:v>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E6-4CED-8CA4-5C6798BDD75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Computer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Aarav</c:v>
                </c:pt>
                <c:pt idx="1">
                  <c:v>Diya</c:v>
                </c:pt>
                <c:pt idx="2">
                  <c:v>Rohan</c:v>
                </c:pt>
                <c:pt idx="3">
                  <c:v>Ananya</c:v>
                </c:pt>
                <c:pt idx="4">
                  <c:v>Vivaan</c:v>
                </c:pt>
                <c:pt idx="5">
                  <c:v>Isha</c:v>
                </c:pt>
                <c:pt idx="6">
                  <c:v>Arjun</c:v>
                </c:pt>
                <c:pt idx="7">
                  <c:v>Meera</c:v>
                </c:pt>
                <c:pt idx="8">
                  <c:v>Kabir</c:v>
                </c:pt>
                <c:pt idx="9">
                  <c:v>Sara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90</c:v>
                </c:pt>
                <c:pt idx="1">
                  <c:v>94</c:v>
                </c:pt>
                <c:pt idx="2">
                  <c:v>75</c:v>
                </c:pt>
                <c:pt idx="3">
                  <c:v>87</c:v>
                </c:pt>
                <c:pt idx="4">
                  <c:v>80</c:v>
                </c:pt>
                <c:pt idx="5">
                  <c:v>96</c:v>
                </c:pt>
                <c:pt idx="6">
                  <c:v>72</c:v>
                </c:pt>
                <c:pt idx="7">
                  <c:v>91</c:v>
                </c:pt>
                <c:pt idx="8">
                  <c:v>85</c:v>
                </c:pt>
                <c:pt idx="9">
                  <c:v>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5E6-4CED-8CA4-5C6798BDD75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571686719"/>
        <c:axId val="1571695359"/>
      </c:lineChart>
      <c:catAx>
        <c:axId val="15716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1695359"/>
        <c:crosses val="autoZero"/>
        <c:auto val="1"/>
        <c:lblAlgn val="ctr"/>
        <c:lblOffset val="100"/>
        <c:noMultiLvlLbl val="0"/>
      </c:catAx>
      <c:valAx>
        <c:axId val="15716953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1686719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Subject</a:t>
            </a:r>
            <a:r>
              <a:rPr lang="en-US" baseline="0" dirty="0"/>
              <a:t> Average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369-40F4-A42C-C3E7D2F991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English</c:v>
                </c:pt>
                <c:pt idx="1">
                  <c:v>Maths</c:v>
                </c:pt>
                <c:pt idx="2">
                  <c:v>Science</c:v>
                </c:pt>
                <c:pt idx="3">
                  <c:v>Social Science</c:v>
                </c:pt>
                <c:pt idx="4">
                  <c:v>Computer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78</c:v>
                </c:pt>
                <c:pt idx="2">
                  <c:v>59</c:v>
                </c:pt>
                <c:pt idx="3">
                  <c:v>81</c:v>
                </c:pt>
                <c:pt idx="4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69-40F4-A42C-C3E7D2F99159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E7CDEF-96DE-4666-B39E-530309C77864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83D897-57E4-4B88-A458-7A0EC8CBE564}">
      <dgm:prSet phldrT="[Text]" phldr="0"/>
      <dgm:spPr/>
      <dgm:t>
        <a:bodyPr/>
        <a:lstStyle/>
        <a:p>
          <a:r>
            <a:rPr lang="en-US" dirty="0"/>
            <a:t>Exam data announced</a:t>
          </a:r>
          <a:endParaRPr lang="en-IN" dirty="0"/>
        </a:p>
      </dgm:t>
    </dgm:pt>
    <dgm:pt modelId="{4BAB6A21-E8EE-4FAB-BF5F-9697D6D11957}" type="parTrans" cxnId="{C9BA34CE-8983-4E5C-A123-B6B9E324A08D}">
      <dgm:prSet/>
      <dgm:spPr/>
      <dgm:t>
        <a:bodyPr/>
        <a:lstStyle/>
        <a:p>
          <a:endParaRPr lang="en-IN"/>
        </a:p>
      </dgm:t>
    </dgm:pt>
    <dgm:pt modelId="{B250F38F-F7E3-49D8-B985-813F59F043E7}" type="sibTrans" cxnId="{C9BA34CE-8983-4E5C-A123-B6B9E324A08D}">
      <dgm:prSet/>
      <dgm:spPr/>
      <dgm:t>
        <a:bodyPr/>
        <a:lstStyle/>
        <a:p>
          <a:endParaRPr lang="en-IN"/>
        </a:p>
      </dgm:t>
    </dgm:pt>
    <dgm:pt modelId="{4B11CA61-52C8-4546-95E9-BFBF61B5EEE1}">
      <dgm:prSet phldrT="[Text]" phldr="0"/>
      <dgm:spPr/>
      <dgm:t>
        <a:bodyPr/>
        <a:lstStyle/>
        <a:p>
          <a:r>
            <a:rPr lang="en-US" dirty="0"/>
            <a:t>Admit card released</a:t>
          </a:r>
          <a:endParaRPr lang="en-IN" dirty="0"/>
        </a:p>
      </dgm:t>
    </dgm:pt>
    <dgm:pt modelId="{F0AB205D-3BA9-4DF9-9BB1-CCA06535B53C}" type="parTrans" cxnId="{E223B5A9-1191-406B-BDC8-4F30497159B8}">
      <dgm:prSet/>
      <dgm:spPr/>
      <dgm:t>
        <a:bodyPr/>
        <a:lstStyle/>
        <a:p>
          <a:endParaRPr lang="en-IN"/>
        </a:p>
      </dgm:t>
    </dgm:pt>
    <dgm:pt modelId="{906BA0C0-C8C5-499C-8851-4FC2A14AB990}" type="sibTrans" cxnId="{E223B5A9-1191-406B-BDC8-4F30497159B8}">
      <dgm:prSet/>
      <dgm:spPr/>
      <dgm:t>
        <a:bodyPr/>
        <a:lstStyle/>
        <a:p>
          <a:endParaRPr lang="en-IN"/>
        </a:p>
      </dgm:t>
    </dgm:pt>
    <dgm:pt modelId="{DAA95507-BBD5-4074-8D69-19D7C294F2AA}">
      <dgm:prSet phldrT="[Text]" phldr="0"/>
      <dgm:spPr/>
      <dgm:t>
        <a:bodyPr/>
        <a:lstStyle/>
        <a:p>
          <a:r>
            <a:rPr lang="en-US" dirty="0"/>
            <a:t>Exam Day</a:t>
          </a:r>
          <a:endParaRPr lang="en-IN" dirty="0"/>
        </a:p>
      </dgm:t>
    </dgm:pt>
    <dgm:pt modelId="{5722547E-46AB-4513-870A-7BA0AF194368}" type="parTrans" cxnId="{F32B5C4E-F6F6-483E-9D4F-6EB903E8B9D5}">
      <dgm:prSet/>
      <dgm:spPr/>
      <dgm:t>
        <a:bodyPr/>
        <a:lstStyle/>
        <a:p>
          <a:endParaRPr lang="en-IN"/>
        </a:p>
      </dgm:t>
    </dgm:pt>
    <dgm:pt modelId="{39B50B01-8AD0-4644-A42F-92F73E527841}" type="sibTrans" cxnId="{F32B5C4E-F6F6-483E-9D4F-6EB903E8B9D5}">
      <dgm:prSet/>
      <dgm:spPr/>
      <dgm:t>
        <a:bodyPr/>
        <a:lstStyle/>
        <a:p>
          <a:endParaRPr lang="en-IN"/>
        </a:p>
      </dgm:t>
    </dgm:pt>
    <dgm:pt modelId="{3F9AE485-534F-4EE7-A3BB-A8CE4EA3D3B4}">
      <dgm:prSet phldrT="[Text]" phldr="0"/>
      <dgm:spPr/>
      <dgm:t>
        <a:bodyPr/>
        <a:lstStyle/>
        <a:p>
          <a:r>
            <a:rPr lang="en-US" dirty="0"/>
            <a:t>Answer key released</a:t>
          </a:r>
          <a:endParaRPr lang="en-IN" dirty="0"/>
        </a:p>
      </dgm:t>
    </dgm:pt>
    <dgm:pt modelId="{85612EA5-5763-41EB-B198-258BC080092C}" type="parTrans" cxnId="{C90AD786-52E2-4127-A876-35897C122CF0}">
      <dgm:prSet/>
      <dgm:spPr/>
      <dgm:t>
        <a:bodyPr/>
        <a:lstStyle/>
        <a:p>
          <a:endParaRPr lang="en-IN"/>
        </a:p>
      </dgm:t>
    </dgm:pt>
    <dgm:pt modelId="{F677BAB9-6708-4ACF-9D57-8412B998D75B}" type="sibTrans" cxnId="{C90AD786-52E2-4127-A876-35897C122CF0}">
      <dgm:prSet/>
      <dgm:spPr/>
      <dgm:t>
        <a:bodyPr/>
        <a:lstStyle/>
        <a:p>
          <a:endParaRPr lang="en-IN"/>
        </a:p>
      </dgm:t>
    </dgm:pt>
    <dgm:pt modelId="{5799B774-8FF7-4207-8ED4-6B31A56A337B}">
      <dgm:prSet phldrT="[Text]" phldr="0"/>
      <dgm:spPr/>
      <dgm:t>
        <a:bodyPr/>
        <a:lstStyle/>
        <a:p>
          <a:r>
            <a:rPr lang="en-US" dirty="0"/>
            <a:t>Result Announced</a:t>
          </a:r>
          <a:endParaRPr lang="en-IN" dirty="0"/>
        </a:p>
      </dgm:t>
    </dgm:pt>
    <dgm:pt modelId="{4D70A8BA-F4DE-4E03-81C0-762B0D82C050}" type="parTrans" cxnId="{530443BC-6619-4BE9-8283-3ED66A0C1DE9}">
      <dgm:prSet/>
      <dgm:spPr/>
      <dgm:t>
        <a:bodyPr/>
        <a:lstStyle/>
        <a:p>
          <a:endParaRPr lang="en-IN"/>
        </a:p>
      </dgm:t>
    </dgm:pt>
    <dgm:pt modelId="{56A8B4D5-E648-4FAB-8961-971CB26066F0}" type="sibTrans" cxnId="{530443BC-6619-4BE9-8283-3ED66A0C1DE9}">
      <dgm:prSet/>
      <dgm:spPr/>
      <dgm:t>
        <a:bodyPr/>
        <a:lstStyle/>
        <a:p>
          <a:endParaRPr lang="en-IN"/>
        </a:p>
      </dgm:t>
    </dgm:pt>
    <dgm:pt modelId="{CCFDDD26-8DA1-42C5-B20A-08D56F20F52E}" type="pres">
      <dgm:prSet presAssocID="{99E7CDEF-96DE-4666-B39E-530309C77864}" presName="diagram" presStyleCnt="0">
        <dgm:presLayoutVars>
          <dgm:dir/>
          <dgm:resizeHandles val="exact"/>
        </dgm:presLayoutVars>
      </dgm:prSet>
      <dgm:spPr/>
    </dgm:pt>
    <dgm:pt modelId="{EAEBC9DF-C8E1-4C95-BF61-459DA74B070B}" type="pres">
      <dgm:prSet presAssocID="{3383D897-57E4-4B88-A458-7A0EC8CBE564}" presName="node" presStyleLbl="node1" presStyleIdx="0" presStyleCnt="5" custScaleX="64561" custScaleY="47057">
        <dgm:presLayoutVars>
          <dgm:bulletEnabled val="1"/>
        </dgm:presLayoutVars>
      </dgm:prSet>
      <dgm:spPr/>
    </dgm:pt>
    <dgm:pt modelId="{F83F34AB-5ED7-4248-AE3C-A14F9CFB3213}" type="pres">
      <dgm:prSet presAssocID="{B250F38F-F7E3-49D8-B985-813F59F043E7}" presName="sibTrans" presStyleLbl="sibTrans2D1" presStyleIdx="0" presStyleCnt="4"/>
      <dgm:spPr/>
    </dgm:pt>
    <dgm:pt modelId="{36395B50-DE19-44E0-A0BD-F3F6FB14EEA9}" type="pres">
      <dgm:prSet presAssocID="{B250F38F-F7E3-49D8-B985-813F59F043E7}" presName="connectorText" presStyleLbl="sibTrans2D1" presStyleIdx="0" presStyleCnt="4"/>
      <dgm:spPr/>
    </dgm:pt>
    <dgm:pt modelId="{8F2A9091-9060-46E7-A690-1D06CDA37497}" type="pres">
      <dgm:prSet presAssocID="{4B11CA61-52C8-4546-95E9-BFBF61B5EEE1}" presName="node" presStyleLbl="node1" presStyleIdx="1" presStyleCnt="5" custScaleX="66051" custScaleY="56199">
        <dgm:presLayoutVars>
          <dgm:bulletEnabled val="1"/>
        </dgm:presLayoutVars>
      </dgm:prSet>
      <dgm:spPr/>
    </dgm:pt>
    <dgm:pt modelId="{DE8D641E-D48F-40BA-B018-F48FFA4D51A5}" type="pres">
      <dgm:prSet presAssocID="{906BA0C0-C8C5-499C-8851-4FC2A14AB990}" presName="sibTrans" presStyleLbl="sibTrans2D1" presStyleIdx="1" presStyleCnt="4"/>
      <dgm:spPr/>
    </dgm:pt>
    <dgm:pt modelId="{B11ED574-294B-4930-93BF-EC4E44BCD6E2}" type="pres">
      <dgm:prSet presAssocID="{906BA0C0-C8C5-499C-8851-4FC2A14AB990}" presName="connectorText" presStyleLbl="sibTrans2D1" presStyleIdx="1" presStyleCnt="4"/>
      <dgm:spPr/>
    </dgm:pt>
    <dgm:pt modelId="{96507E15-3B5F-4F42-BB90-B31A52694274}" type="pres">
      <dgm:prSet presAssocID="{DAA95507-BBD5-4074-8D69-19D7C294F2AA}" presName="node" presStyleLbl="node1" presStyleIdx="2" presStyleCnt="5" custScaleX="57707" custScaleY="49079">
        <dgm:presLayoutVars>
          <dgm:bulletEnabled val="1"/>
        </dgm:presLayoutVars>
      </dgm:prSet>
      <dgm:spPr/>
    </dgm:pt>
    <dgm:pt modelId="{7EBC6D02-DC99-42FD-A08A-0BAF031BB3F5}" type="pres">
      <dgm:prSet presAssocID="{39B50B01-8AD0-4644-A42F-92F73E527841}" presName="sibTrans" presStyleLbl="sibTrans2D1" presStyleIdx="2" presStyleCnt="4"/>
      <dgm:spPr/>
    </dgm:pt>
    <dgm:pt modelId="{F0E8E3B0-11EA-4366-888F-80A68B85E402}" type="pres">
      <dgm:prSet presAssocID="{39B50B01-8AD0-4644-A42F-92F73E527841}" presName="connectorText" presStyleLbl="sibTrans2D1" presStyleIdx="2" presStyleCnt="4"/>
      <dgm:spPr/>
    </dgm:pt>
    <dgm:pt modelId="{5989ADDB-435F-4BC1-8F95-FB313A9C196B}" type="pres">
      <dgm:prSet presAssocID="{3F9AE485-534F-4EE7-A3BB-A8CE4EA3D3B4}" presName="node" presStyleLbl="node1" presStyleIdx="3" presStyleCnt="5" custScaleX="75446" custScaleY="48256">
        <dgm:presLayoutVars>
          <dgm:bulletEnabled val="1"/>
        </dgm:presLayoutVars>
      </dgm:prSet>
      <dgm:spPr/>
    </dgm:pt>
    <dgm:pt modelId="{2914A254-DD51-498C-A9F0-2BC82DAA30F3}" type="pres">
      <dgm:prSet presAssocID="{F677BAB9-6708-4ACF-9D57-8412B998D75B}" presName="sibTrans" presStyleLbl="sibTrans2D1" presStyleIdx="3" presStyleCnt="4"/>
      <dgm:spPr/>
    </dgm:pt>
    <dgm:pt modelId="{C77AC059-4D7C-4308-811D-384E45EB9CDA}" type="pres">
      <dgm:prSet presAssocID="{F677BAB9-6708-4ACF-9D57-8412B998D75B}" presName="connectorText" presStyleLbl="sibTrans2D1" presStyleIdx="3" presStyleCnt="4"/>
      <dgm:spPr/>
    </dgm:pt>
    <dgm:pt modelId="{22E0CD01-49C6-45E8-A099-2BA55F9ED314}" type="pres">
      <dgm:prSet presAssocID="{5799B774-8FF7-4207-8ED4-6B31A56A337B}" presName="node" presStyleLbl="node1" presStyleIdx="4" presStyleCnt="5" custScaleX="61083" custScaleY="42953">
        <dgm:presLayoutVars>
          <dgm:bulletEnabled val="1"/>
        </dgm:presLayoutVars>
      </dgm:prSet>
      <dgm:spPr/>
    </dgm:pt>
  </dgm:ptLst>
  <dgm:cxnLst>
    <dgm:cxn modelId="{189F2515-9179-4FAD-A84C-D59153812067}" type="presOf" srcId="{3F9AE485-534F-4EE7-A3BB-A8CE4EA3D3B4}" destId="{5989ADDB-435F-4BC1-8F95-FB313A9C196B}" srcOrd="0" destOrd="0" presId="urn:microsoft.com/office/officeart/2005/8/layout/process5"/>
    <dgm:cxn modelId="{94A1FD28-C48F-410F-AE7D-9301428BA8D2}" type="presOf" srcId="{5799B774-8FF7-4207-8ED4-6B31A56A337B}" destId="{22E0CD01-49C6-45E8-A099-2BA55F9ED314}" srcOrd="0" destOrd="0" presId="urn:microsoft.com/office/officeart/2005/8/layout/process5"/>
    <dgm:cxn modelId="{395E455B-A86C-498E-83F0-C8B028A13DF5}" type="presOf" srcId="{B250F38F-F7E3-49D8-B985-813F59F043E7}" destId="{F83F34AB-5ED7-4248-AE3C-A14F9CFB3213}" srcOrd="0" destOrd="0" presId="urn:microsoft.com/office/officeart/2005/8/layout/process5"/>
    <dgm:cxn modelId="{535ACC63-C2B2-4932-A40A-0DA18F445046}" type="presOf" srcId="{906BA0C0-C8C5-499C-8851-4FC2A14AB990}" destId="{DE8D641E-D48F-40BA-B018-F48FFA4D51A5}" srcOrd="0" destOrd="0" presId="urn:microsoft.com/office/officeart/2005/8/layout/process5"/>
    <dgm:cxn modelId="{A2F8A665-278B-406B-B51C-EF8F01EB9E4F}" type="presOf" srcId="{DAA95507-BBD5-4074-8D69-19D7C294F2AA}" destId="{96507E15-3B5F-4F42-BB90-B31A52694274}" srcOrd="0" destOrd="0" presId="urn:microsoft.com/office/officeart/2005/8/layout/process5"/>
    <dgm:cxn modelId="{F33DB26D-2E72-47E6-B33F-A28B9A1761C2}" type="presOf" srcId="{39B50B01-8AD0-4644-A42F-92F73E527841}" destId="{F0E8E3B0-11EA-4366-888F-80A68B85E402}" srcOrd="1" destOrd="0" presId="urn:microsoft.com/office/officeart/2005/8/layout/process5"/>
    <dgm:cxn modelId="{F32B5C4E-F6F6-483E-9D4F-6EB903E8B9D5}" srcId="{99E7CDEF-96DE-4666-B39E-530309C77864}" destId="{DAA95507-BBD5-4074-8D69-19D7C294F2AA}" srcOrd="2" destOrd="0" parTransId="{5722547E-46AB-4513-870A-7BA0AF194368}" sibTransId="{39B50B01-8AD0-4644-A42F-92F73E527841}"/>
    <dgm:cxn modelId="{F6FEC384-A43C-460F-9332-FFA864684BE9}" type="presOf" srcId="{B250F38F-F7E3-49D8-B985-813F59F043E7}" destId="{36395B50-DE19-44E0-A0BD-F3F6FB14EEA9}" srcOrd="1" destOrd="0" presId="urn:microsoft.com/office/officeart/2005/8/layout/process5"/>
    <dgm:cxn modelId="{C90AD786-52E2-4127-A876-35897C122CF0}" srcId="{99E7CDEF-96DE-4666-B39E-530309C77864}" destId="{3F9AE485-534F-4EE7-A3BB-A8CE4EA3D3B4}" srcOrd="3" destOrd="0" parTransId="{85612EA5-5763-41EB-B198-258BC080092C}" sibTransId="{F677BAB9-6708-4ACF-9D57-8412B998D75B}"/>
    <dgm:cxn modelId="{E76E19A1-B2E6-4DE2-97C1-9A64F591345D}" type="presOf" srcId="{99E7CDEF-96DE-4666-B39E-530309C77864}" destId="{CCFDDD26-8DA1-42C5-B20A-08D56F20F52E}" srcOrd="0" destOrd="0" presId="urn:microsoft.com/office/officeart/2005/8/layout/process5"/>
    <dgm:cxn modelId="{E223B5A9-1191-406B-BDC8-4F30497159B8}" srcId="{99E7CDEF-96DE-4666-B39E-530309C77864}" destId="{4B11CA61-52C8-4546-95E9-BFBF61B5EEE1}" srcOrd="1" destOrd="0" parTransId="{F0AB205D-3BA9-4DF9-9BB1-CCA06535B53C}" sibTransId="{906BA0C0-C8C5-499C-8851-4FC2A14AB990}"/>
    <dgm:cxn modelId="{530443BC-6619-4BE9-8283-3ED66A0C1DE9}" srcId="{99E7CDEF-96DE-4666-B39E-530309C77864}" destId="{5799B774-8FF7-4207-8ED4-6B31A56A337B}" srcOrd="4" destOrd="0" parTransId="{4D70A8BA-F4DE-4E03-81C0-762B0D82C050}" sibTransId="{56A8B4D5-E648-4FAB-8961-971CB26066F0}"/>
    <dgm:cxn modelId="{C9BA34CE-8983-4E5C-A123-B6B9E324A08D}" srcId="{99E7CDEF-96DE-4666-B39E-530309C77864}" destId="{3383D897-57E4-4B88-A458-7A0EC8CBE564}" srcOrd="0" destOrd="0" parTransId="{4BAB6A21-E8EE-4FAB-BF5F-9697D6D11957}" sibTransId="{B250F38F-F7E3-49D8-B985-813F59F043E7}"/>
    <dgm:cxn modelId="{3BB9C0D9-49A3-40BD-8389-CE33FCE0CD07}" type="presOf" srcId="{39B50B01-8AD0-4644-A42F-92F73E527841}" destId="{7EBC6D02-DC99-42FD-A08A-0BAF031BB3F5}" srcOrd="0" destOrd="0" presId="urn:microsoft.com/office/officeart/2005/8/layout/process5"/>
    <dgm:cxn modelId="{CCA181E0-A181-42FF-B5F1-17C7F67C25CC}" type="presOf" srcId="{3383D897-57E4-4B88-A458-7A0EC8CBE564}" destId="{EAEBC9DF-C8E1-4C95-BF61-459DA74B070B}" srcOrd="0" destOrd="0" presId="urn:microsoft.com/office/officeart/2005/8/layout/process5"/>
    <dgm:cxn modelId="{5B2F99E5-6DA0-4B23-A1F9-E70019F2B94F}" type="presOf" srcId="{906BA0C0-C8C5-499C-8851-4FC2A14AB990}" destId="{B11ED574-294B-4930-93BF-EC4E44BCD6E2}" srcOrd="1" destOrd="0" presId="urn:microsoft.com/office/officeart/2005/8/layout/process5"/>
    <dgm:cxn modelId="{2D4E3EE7-DA29-46C6-9890-4124DF765036}" type="presOf" srcId="{F677BAB9-6708-4ACF-9D57-8412B998D75B}" destId="{2914A254-DD51-498C-A9F0-2BC82DAA30F3}" srcOrd="0" destOrd="0" presId="urn:microsoft.com/office/officeart/2005/8/layout/process5"/>
    <dgm:cxn modelId="{70B8F9EC-CDEA-4734-B14A-58FFA69B3714}" type="presOf" srcId="{4B11CA61-52C8-4546-95E9-BFBF61B5EEE1}" destId="{8F2A9091-9060-46E7-A690-1D06CDA37497}" srcOrd="0" destOrd="0" presId="urn:microsoft.com/office/officeart/2005/8/layout/process5"/>
    <dgm:cxn modelId="{36CD89EF-F09B-460B-823F-51E986B1F1B9}" type="presOf" srcId="{F677BAB9-6708-4ACF-9D57-8412B998D75B}" destId="{C77AC059-4D7C-4308-811D-384E45EB9CDA}" srcOrd="1" destOrd="0" presId="urn:microsoft.com/office/officeart/2005/8/layout/process5"/>
    <dgm:cxn modelId="{0D28482E-69FD-4C53-854A-5AB6809FCEDA}" type="presParOf" srcId="{CCFDDD26-8DA1-42C5-B20A-08D56F20F52E}" destId="{EAEBC9DF-C8E1-4C95-BF61-459DA74B070B}" srcOrd="0" destOrd="0" presId="urn:microsoft.com/office/officeart/2005/8/layout/process5"/>
    <dgm:cxn modelId="{F78704BE-A388-40A8-A55D-2456D84E8925}" type="presParOf" srcId="{CCFDDD26-8DA1-42C5-B20A-08D56F20F52E}" destId="{F83F34AB-5ED7-4248-AE3C-A14F9CFB3213}" srcOrd="1" destOrd="0" presId="urn:microsoft.com/office/officeart/2005/8/layout/process5"/>
    <dgm:cxn modelId="{F3D0B075-A55B-4D8C-AEE5-D57FB5A61E5C}" type="presParOf" srcId="{F83F34AB-5ED7-4248-AE3C-A14F9CFB3213}" destId="{36395B50-DE19-44E0-A0BD-F3F6FB14EEA9}" srcOrd="0" destOrd="0" presId="urn:microsoft.com/office/officeart/2005/8/layout/process5"/>
    <dgm:cxn modelId="{18EB1872-112B-47E9-9EA5-1831658762D5}" type="presParOf" srcId="{CCFDDD26-8DA1-42C5-B20A-08D56F20F52E}" destId="{8F2A9091-9060-46E7-A690-1D06CDA37497}" srcOrd="2" destOrd="0" presId="urn:microsoft.com/office/officeart/2005/8/layout/process5"/>
    <dgm:cxn modelId="{7D6DD2FC-D635-42DC-BF8D-03E941243EB5}" type="presParOf" srcId="{CCFDDD26-8DA1-42C5-B20A-08D56F20F52E}" destId="{DE8D641E-D48F-40BA-B018-F48FFA4D51A5}" srcOrd="3" destOrd="0" presId="urn:microsoft.com/office/officeart/2005/8/layout/process5"/>
    <dgm:cxn modelId="{D03B5846-6960-4473-8648-C269672AFD33}" type="presParOf" srcId="{DE8D641E-D48F-40BA-B018-F48FFA4D51A5}" destId="{B11ED574-294B-4930-93BF-EC4E44BCD6E2}" srcOrd="0" destOrd="0" presId="urn:microsoft.com/office/officeart/2005/8/layout/process5"/>
    <dgm:cxn modelId="{8C2CA27A-E7C1-4A2A-BE00-FD5D28B320C9}" type="presParOf" srcId="{CCFDDD26-8DA1-42C5-B20A-08D56F20F52E}" destId="{96507E15-3B5F-4F42-BB90-B31A52694274}" srcOrd="4" destOrd="0" presId="urn:microsoft.com/office/officeart/2005/8/layout/process5"/>
    <dgm:cxn modelId="{40200D2E-ABE4-4C3F-9B4A-5AA11C826209}" type="presParOf" srcId="{CCFDDD26-8DA1-42C5-B20A-08D56F20F52E}" destId="{7EBC6D02-DC99-42FD-A08A-0BAF031BB3F5}" srcOrd="5" destOrd="0" presId="urn:microsoft.com/office/officeart/2005/8/layout/process5"/>
    <dgm:cxn modelId="{67310F90-9190-4F8A-81B7-ED20FDB729F9}" type="presParOf" srcId="{7EBC6D02-DC99-42FD-A08A-0BAF031BB3F5}" destId="{F0E8E3B0-11EA-4366-888F-80A68B85E402}" srcOrd="0" destOrd="0" presId="urn:microsoft.com/office/officeart/2005/8/layout/process5"/>
    <dgm:cxn modelId="{7B2EE977-DC95-4D5D-B342-B7748E54D89A}" type="presParOf" srcId="{CCFDDD26-8DA1-42C5-B20A-08D56F20F52E}" destId="{5989ADDB-435F-4BC1-8F95-FB313A9C196B}" srcOrd="6" destOrd="0" presId="urn:microsoft.com/office/officeart/2005/8/layout/process5"/>
    <dgm:cxn modelId="{DA2AF2F3-A4AE-43A6-AA09-D939D24E3531}" type="presParOf" srcId="{CCFDDD26-8DA1-42C5-B20A-08D56F20F52E}" destId="{2914A254-DD51-498C-A9F0-2BC82DAA30F3}" srcOrd="7" destOrd="0" presId="urn:microsoft.com/office/officeart/2005/8/layout/process5"/>
    <dgm:cxn modelId="{8D1A4C16-6DBB-4348-92E2-B955B06B9A95}" type="presParOf" srcId="{2914A254-DD51-498C-A9F0-2BC82DAA30F3}" destId="{C77AC059-4D7C-4308-811D-384E45EB9CDA}" srcOrd="0" destOrd="0" presId="urn:microsoft.com/office/officeart/2005/8/layout/process5"/>
    <dgm:cxn modelId="{66B94EA1-2A51-442D-8584-4CB53FFB8AA1}" type="presParOf" srcId="{CCFDDD26-8DA1-42C5-B20A-08D56F20F52E}" destId="{22E0CD01-49C6-45E8-A099-2BA55F9ED314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BC9DF-C8E1-4C95-BF61-459DA74B070B}">
      <dsp:nvSpPr>
        <dsp:cNvPr id="0" name=""/>
        <dsp:cNvSpPr/>
      </dsp:nvSpPr>
      <dsp:spPr>
        <a:xfrm>
          <a:off x="1863" y="303386"/>
          <a:ext cx="2529291" cy="11061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Exam data announced</a:t>
          </a:r>
          <a:endParaRPr lang="en-IN" sz="2800" kern="1200" dirty="0"/>
        </a:p>
      </dsp:txBody>
      <dsp:txXfrm>
        <a:off x="34260" y="335783"/>
        <a:ext cx="2464497" cy="1041330"/>
      </dsp:txXfrm>
    </dsp:sp>
    <dsp:sp modelId="{F83F34AB-5ED7-4248-AE3C-A14F9CFB3213}">
      <dsp:nvSpPr>
        <dsp:cNvPr id="0" name=""/>
        <dsp:cNvSpPr/>
      </dsp:nvSpPr>
      <dsp:spPr>
        <a:xfrm>
          <a:off x="2875911" y="370656"/>
          <a:ext cx="830547" cy="971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>
        <a:off x="2875911" y="564973"/>
        <a:ext cx="581383" cy="582949"/>
      </dsp:txXfrm>
    </dsp:sp>
    <dsp:sp modelId="{8F2A9091-9060-46E7-A690-1D06CDA37497}">
      <dsp:nvSpPr>
        <dsp:cNvPr id="0" name=""/>
        <dsp:cNvSpPr/>
      </dsp:nvSpPr>
      <dsp:spPr>
        <a:xfrm>
          <a:off x="4098226" y="195940"/>
          <a:ext cx="2587664" cy="13210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Admit card released</a:t>
          </a:r>
          <a:endParaRPr lang="en-IN" sz="2800" kern="1200" dirty="0"/>
        </a:p>
      </dsp:txBody>
      <dsp:txXfrm>
        <a:off x="4136917" y="234631"/>
        <a:ext cx="2510282" cy="1243635"/>
      </dsp:txXfrm>
    </dsp:sp>
    <dsp:sp modelId="{DE8D641E-D48F-40BA-B018-F48FFA4D51A5}">
      <dsp:nvSpPr>
        <dsp:cNvPr id="0" name=""/>
        <dsp:cNvSpPr/>
      </dsp:nvSpPr>
      <dsp:spPr>
        <a:xfrm>
          <a:off x="7030646" y="370656"/>
          <a:ext cx="830547" cy="971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>
        <a:off x="7030646" y="564973"/>
        <a:ext cx="581383" cy="582949"/>
      </dsp:txXfrm>
    </dsp:sp>
    <dsp:sp modelId="{96507E15-3B5F-4F42-BB90-B31A52694274}">
      <dsp:nvSpPr>
        <dsp:cNvPr id="0" name=""/>
        <dsp:cNvSpPr/>
      </dsp:nvSpPr>
      <dsp:spPr>
        <a:xfrm>
          <a:off x="8252962" y="279621"/>
          <a:ext cx="2260773" cy="1153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Exam Day</a:t>
          </a:r>
          <a:endParaRPr lang="en-IN" sz="2800" kern="1200" dirty="0"/>
        </a:p>
      </dsp:txBody>
      <dsp:txXfrm>
        <a:off x="8286751" y="313410"/>
        <a:ext cx="2193195" cy="1086076"/>
      </dsp:txXfrm>
    </dsp:sp>
    <dsp:sp modelId="{7EBC6D02-DC99-42FD-A08A-0BAF031BB3F5}">
      <dsp:nvSpPr>
        <dsp:cNvPr id="0" name=""/>
        <dsp:cNvSpPr/>
      </dsp:nvSpPr>
      <dsp:spPr>
        <a:xfrm rot="5825244">
          <a:off x="8771269" y="1748098"/>
          <a:ext cx="881635" cy="971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-5400000">
        <a:off x="8936929" y="1794082"/>
        <a:ext cx="582949" cy="617145"/>
      </dsp:txXfrm>
    </dsp:sp>
    <dsp:sp modelId="{5989ADDB-435F-4BC1-8F95-FB313A9C196B}">
      <dsp:nvSpPr>
        <dsp:cNvPr id="0" name=""/>
        <dsp:cNvSpPr/>
      </dsp:nvSpPr>
      <dsp:spPr>
        <a:xfrm>
          <a:off x="7558005" y="3084028"/>
          <a:ext cx="2955730" cy="11343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Answer key released</a:t>
          </a:r>
          <a:endParaRPr lang="en-IN" sz="2800" kern="1200" dirty="0"/>
        </a:p>
      </dsp:txBody>
      <dsp:txXfrm>
        <a:off x="7591228" y="3117251"/>
        <a:ext cx="2889284" cy="1067862"/>
      </dsp:txXfrm>
    </dsp:sp>
    <dsp:sp modelId="{2914A254-DD51-498C-A9F0-2BC82DAA30F3}">
      <dsp:nvSpPr>
        <dsp:cNvPr id="0" name=""/>
        <dsp:cNvSpPr/>
      </dsp:nvSpPr>
      <dsp:spPr>
        <a:xfrm rot="10800000">
          <a:off x="6382702" y="3165390"/>
          <a:ext cx="830547" cy="9715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10800000">
        <a:off x="6631866" y="3359707"/>
        <a:ext cx="581383" cy="582949"/>
      </dsp:txXfrm>
    </dsp:sp>
    <dsp:sp modelId="{22E0CD01-49C6-45E8-A099-2BA55F9ED314}">
      <dsp:nvSpPr>
        <dsp:cNvPr id="0" name=""/>
        <dsp:cNvSpPr/>
      </dsp:nvSpPr>
      <dsp:spPr>
        <a:xfrm>
          <a:off x="3597899" y="3146354"/>
          <a:ext cx="2393034" cy="10096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Result Announced</a:t>
          </a:r>
          <a:endParaRPr lang="en-IN" sz="2800" kern="1200" dirty="0"/>
        </a:p>
      </dsp:txBody>
      <dsp:txXfrm>
        <a:off x="3627471" y="3175926"/>
        <a:ext cx="2333890" cy="9505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6B2A1-7EC8-45DC-A605-D213FEE76E93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71075-551E-4BB4-842C-CDFDE6F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71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3E2F-CE85-7877-686B-46720DF62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E3B82-EAF4-1E46-CD2A-CED2A7008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759F8-3371-A09F-07EE-A8F2EDB8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02E6-10FE-4254-ABDA-E953D6C439D9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784A0-83EF-10E7-CAC0-37E683CB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61A7-A433-4A5D-E2A4-69462173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26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05C7-F2CA-5C4C-5378-C72C854B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FDDB-BA0D-FC7A-FE6F-437A11C43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11798-D1B5-71C2-434B-26CEC984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9F289-0AC5-4F40-B1C9-8EAC1151571E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EA8C4-F92E-2ED8-F0D1-6D51329D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A4B73-EF10-CDEB-8685-4094AD2D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8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16A8-6957-A226-FDD4-EA8B661D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26203-E478-7437-DF13-25B6CDCCA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A90D-1385-AA9F-0BC8-530B9BCF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4103-249D-4DC0-819E-6B2844EE5330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050FF-AB6B-0276-D6BC-4ED6E1D9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43E0E-B0E7-A58C-0C21-3724CDE6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163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720E4-0B6F-DA75-3677-D9D586D5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13232-1D92-56C5-451F-ECD5A2DB8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90465-A516-63CB-CD56-7D55A5777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814DD-9B88-9CFE-E9C2-FB1622FF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F322-EEE9-486D-B67B-E50695CBEF8D}" type="datetime1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A2FAB-75CA-C7B0-F67B-6200EB840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E824D-E4D6-F0F7-8776-0D0523E1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08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BD01-D690-C087-F6BB-6E26CF9B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B3DDA-ACB7-FF55-F38C-FD377A6E3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E74CE-6A48-1769-C4C8-1A049BE2B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506AB-CC79-A557-3D77-2A63578DA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8981F-5B2A-DEA2-8B7C-F58D022C7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90CC1-F70D-94B2-334B-8CF6C7623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12025-B5A1-40BD-A04A-168EEF010B1C}" type="datetime1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B1FAA6-7568-410C-DA45-71CCBAD0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29CD8A-9FA8-7975-67B1-AAA714EE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498E-E4C0-84AD-CD3B-3E770603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99881-123E-8386-41DE-02F55479A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BBAC-4B9A-4A90-8A75-CA32A30CA27E}" type="datetime1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50831-613F-2CB2-A72F-2479747B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C2EFD-96C0-91E1-A4B0-3CBD0815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40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3D555-AA7E-1983-DA8D-16591398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0289-CC58-480F-8DF4-B127D188B73F}" type="datetime1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D155E-F58F-318B-EA7A-6B173C11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DA1DA-1F39-ABA5-B61F-6A5F7691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0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47A0-7441-90AA-CC03-5FE46008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AB118-8344-D0C6-2AC5-510AFC2D2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93704-8093-B133-3D0E-B5DC08491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42F10-3086-C276-237B-50113E0BF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F98D-CE4A-42DF-A8AF-BB4DF3839CAB}" type="datetime1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6C8D3-F838-8095-67B3-F2825667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B6078-4BAA-1F96-072F-353D5985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3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5116-94EC-4EC5-9186-802CF84C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91E4F-6A30-72F7-14F3-6D17AD6417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CB6DE-9CFE-EDAC-02B6-178381E8B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DD533-5C79-D5B3-FF98-41081A61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8B9E-E2AB-4737-A1F9-E4A9808E9C99}" type="datetime1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EC0F3-CBD3-361D-1D1E-A3097761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D7B30-5307-2044-45B1-884C7A30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97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DD14-6174-1697-DFF5-9578490F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534CF-5AF9-10A2-0DB0-DD68EF6DC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815E8-FB91-97CE-2FD4-47313325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685-582E-4E88-A7AE-BA89438AFDD3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91BBA-039A-8E23-706C-0B24CA75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23DCE-CFFA-35FE-5926-FF45F6DA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53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8F4AB6-2F55-94C9-DBB4-3A93C4D26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06B09-5AAB-48BE-6163-0EACAB656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4F0BB-5FEA-32F8-EB53-70E7D591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D0C4-A92C-4F54-AD68-B09EA4D42F77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1B460-EF01-2CFA-3114-8CB67741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92236-46ED-0608-28FC-7B83D5F6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56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AB721-988C-E84E-45E8-C7382BF8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C3F37-2F7A-F85D-9452-0D40C733E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D67C7-F725-5460-0C8C-28024604A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3C313-DEFB-4A6A-92F3-14368FEBDF24}" type="datetime1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39E2B-096D-65FC-E3C0-19A04493B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Lab13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5EB05-61C3-DEDA-2334-63159AE33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A7FAB-0B53-4836-A87B-2684BD6DE2A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14CDE9-ED60-B669-FB9B-9F51A676D56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863" y="365125"/>
            <a:ext cx="1209937" cy="118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5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B223-29B9-EC16-964F-37B749BC9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u="sng" dirty="0"/>
              <a:t>Result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D75E7-8AB4-D85A-5181-FBE7A9445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Lab13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1A15F-1E14-0E7F-4222-4ABD2986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DF44D-5548-39EE-0332-66C563AE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7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3799-A82D-69FD-623F-61BB0BBDD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326624B-0AE9-22F3-C5F3-628710ADF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444069"/>
              </p:ext>
            </p:extLst>
          </p:nvPr>
        </p:nvGraphicFramePr>
        <p:xfrm>
          <a:off x="838200" y="1798731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1B76C24-AA6B-FBD4-6F4B-767E1A8B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4753B8-6D93-0D04-F90F-75E32649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96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category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E2664-12F2-392C-3974-14ADBB08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594FEA9-5182-B6FB-0619-1AD48C4F7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390765"/>
              </p:ext>
            </p:extLst>
          </p:nvPr>
        </p:nvGraphicFramePr>
        <p:xfrm>
          <a:off x="838200" y="1847850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8AA50D-A769-F34D-7C7D-EBF9819C1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61E795-F4FE-280D-32B6-F69E802C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79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category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5919-9DD2-B85B-CF53-9CC6961DC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Art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E798AC-7688-1EB1-45B4-DDE283E28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310450"/>
              </p:ext>
            </p:extLst>
          </p:nvPr>
        </p:nvGraphicFramePr>
        <p:xfrm>
          <a:off x="739588" y="1690687"/>
          <a:ext cx="10515600" cy="441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37430-3812-8930-81CE-992A1276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Lab13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FC336-6740-A70A-64AE-9EED7B13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A7FAB-0B53-4836-A87B-2684BD6DE2A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81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EBC9DF-C8E1-4C95-BF61-459DA74B0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EAEBC9DF-C8E1-4C95-BF61-459DA74B07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EAEBC9DF-C8E1-4C95-BF61-459DA74B0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EAEBC9DF-C8E1-4C95-BF61-459DA74B0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3F34AB-5ED7-4248-AE3C-A14F9CFB3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graphicEl>
                                              <a:dgm id="{F83F34AB-5ED7-4248-AE3C-A14F9CFB32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graphicEl>
                                              <a:dgm id="{F83F34AB-5ED7-4248-AE3C-A14F9CFB3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graphicEl>
                                              <a:dgm id="{F83F34AB-5ED7-4248-AE3C-A14F9CFB3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2A9091-9060-46E7-A690-1D06CDA37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graphicEl>
                                              <a:dgm id="{8F2A9091-9060-46E7-A690-1D06CDA374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graphicEl>
                                              <a:dgm id="{8F2A9091-9060-46E7-A690-1D06CDA37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graphicEl>
                                              <a:dgm id="{8F2A9091-9060-46E7-A690-1D06CDA374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8D641E-D48F-40BA-B018-F48FFA4D51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graphicEl>
                                              <a:dgm id="{DE8D641E-D48F-40BA-B018-F48FFA4D51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graphicEl>
                                              <a:dgm id="{DE8D641E-D48F-40BA-B018-F48FFA4D51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graphicEl>
                                              <a:dgm id="{DE8D641E-D48F-40BA-B018-F48FFA4D51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507E15-3B5F-4F42-BB90-B31A526942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graphicEl>
                                              <a:dgm id="{96507E15-3B5F-4F42-BB90-B31A526942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graphicEl>
                                              <a:dgm id="{96507E15-3B5F-4F42-BB90-B31A526942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dgm id="{96507E15-3B5F-4F42-BB90-B31A526942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BC6D02-DC99-42FD-A08A-0BAF031BB3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graphicEl>
                                              <a:dgm id="{7EBC6D02-DC99-42FD-A08A-0BAF031BB3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graphicEl>
                                              <a:dgm id="{7EBC6D02-DC99-42FD-A08A-0BAF031BB3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graphicEl>
                                              <a:dgm id="{7EBC6D02-DC99-42FD-A08A-0BAF031BB3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89ADDB-435F-4BC1-8F95-FB313A9C19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graphicEl>
                                              <a:dgm id="{5989ADDB-435F-4BC1-8F95-FB313A9C19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graphicEl>
                                              <a:dgm id="{5989ADDB-435F-4BC1-8F95-FB313A9C19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graphicEl>
                                              <a:dgm id="{5989ADDB-435F-4BC1-8F95-FB313A9C19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914A254-DD51-498C-A9F0-2BC82DAA30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graphicEl>
                                              <a:dgm id="{2914A254-DD51-498C-A9F0-2BC82DAA30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graphicEl>
                                              <a:dgm id="{2914A254-DD51-498C-A9F0-2BC82DAA30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graphicEl>
                                              <a:dgm id="{2914A254-DD51-498C-A9F0-2BC82DAA30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E0CD01-49C6-45E8-A099-2BA55F9ED3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graphicEl>
                                              <a:dgm id="{22E0CD01-49C6-45E8-A099-2BA55F9ED3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graphicEl>
                                              <a:dgm id="{22E0CD01-49C6-45E8-A099-2BA55F9ED3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graphicEl>
                                              <a:dgm id="{22E0CD01-49C6-45E8-A099-2BA55F9ED3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36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Result analysis</vt:lpstr>
      <vt:lpstr>Line Chart</vt:lpstr>
      <vt:lpstr>Pie Chart</vt:lpstr>
      <vt:lpstr>Smart 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20</cp:revision>
  <dcterms:created xsi:type="dcterms:W3CDTF">2026-09-07T07:07:21Z</dcterms:created>
  <dcterms:modified xsi:type="dcterms:W3CDTF">2026-09-07T08:12:32Z</dcterms:modified>
</cp:coreProperties>
</file>